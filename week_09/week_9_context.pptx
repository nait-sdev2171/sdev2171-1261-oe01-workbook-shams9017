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6" y="7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6463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5652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CA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6670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892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957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CA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801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21289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5773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3001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374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1523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CA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44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0133093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CA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040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9133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CA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825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84261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29159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6989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81805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2759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34085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21083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318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760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20336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12240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3470C-18B8-70E8-A332-9B604F8BD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96789-6FD1-0921-A00B-79C75E27C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D0B0C-FC5D-D8E7-3368-283AE0D3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B8085-DAE7-99BC-31E5-D5C76CFA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F6B4E-04E1-D3C3-A2AF-861017C4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2783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2B2C9B2A-89D7-4A22-BA32-168E071A115F}" type="datetimeFigureOut">
              <a:rPr lang="en-CA" smtClean="0"/>
              <a:t>2026-10-27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1B3EEBBE-E148-448F-B577-1E23F3582412}" type="slidenum">
              <a:rPr lang="en-CA" smtClean="0"/>
              <a:t>‹#›</a:t>
            </a:fld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0601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D76252-7BFB-3ABA-0C88-9B6EA1189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0"/>
            <a:ext cx="9601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38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28E39-C634-BA09-E12F-F489EE06A4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C5AAFB-DB6C-4A97-236E-EF6EABCAD2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DD0FB3-FCC8-743D-E309-1433E0EB4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818" y="0"/>
            <a:ext cx="8728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20027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Arial Nova Light</vt:lpstr>
      <vt:lpstr>Dark Gradient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Shams Ahsanullah</dc:creator>
  <cp:lastModifiedBy>Shams Ahsanullah</cp:lastModifiedBy>
  <cp:revision>1</cp:revision>
  <dcterms:created xsi:type="dcterms:W3CDTF">2026-10-27T22:07:08Z</dcterms:created>
  <dcterms:modified xsi:type="dcterms:W3CDTF">2026-10-27T22:09:33Z</dcterms:modified>
</cp:coreProperties>
</file>